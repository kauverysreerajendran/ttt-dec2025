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hif Ahamed M" userId="cecd4060-e003-4a83-b290-551e36d4173b" providerId="ADAL" clId="{B7E035D0-4020-4690-8528-9CFE675E708A}"/>
    <pc:docChg chg="delSld">
      <pc:chgData name="Athif Ahamed M" userId="cecd4060-e003-4a83-b290-551e36d4173b" providerId="ADAL" clId="{B7E035D0-4020-4690-8528-9CFE675E708A}" dt="2025-03-11T03:42:56.645" v="0" actId="2696"/>
      <pc:docMkLst>
        <pc:docMk/>
      </pc:docMkLst>
      <pc:sldChg chg="del">
        <pc:chgData name="Athif Ahamed M" userId="cecd4060-e003-4a83-b290-551e36d4173b" providerId="ADAL" clId="{B7E035D0-4020-4690-8528-9CFE675E708A}" dt="2025-03-11T03:42:56.645" v="0" actId="2696"/>
        <pc:sldMkLst>
          <pc:docMk/>
          <pc:sldMk cId="2070040320" sldId="26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2A022-2EC9-4BAC-A0D2-990E5A608A5B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EDA85E-65C9-4DC6-8237-6C983238C58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64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FC7C4-DF72-7FC8-7FBF-FE94D6E45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656D6D-8A17-FA04-F27C-EC467E220E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09280-378E-3098-14CA-E04A65149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C9D99-61FE-1776-EA54-E9AFB63A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58842-0A4D-8EE1-7A80-BD5D2292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255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EA28B-4E96-9058-133A-D0EDD92E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BE225-BD9D-B3B1-5DFD-BBE330BB5E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F5F52-CDF7-70C6-720C-3A7A091AD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04A6E-847A-B5AA-4D7B-9A9F0126E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CAD51-7F37-D0F1-AC7F-EFB949FB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8329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FD97-BB01-89C1-3AD4-AFDF59DF1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7CD8C-8570-50A9-81C1-78D411F72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E125F-7461-DE8E-24E2-B3E08B11E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04A23-C7F2-CE50-E116-B5E680D4B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7FFEA0-3898-DA46-7D2D-5B60079F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17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55867-DE7B-0805-E0E5-2CA696746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D201A-3044-3D6B-72E0-624BBC91F4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C8F539-7761-A54A-E62A-B567B9B836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45CA7-65AC-B363-B9AB-CA0FBDDF3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25D02-35B9-3C8A-F87E-EAA6E8AD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45B318-D337-7E7A-A59A-1C496C84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321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2F2A3-12C6-0375-94CD-15493F1A1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B73B97-DC2B-F00D-E05C-0A30D3BA31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501897-128B-B7EE-9C0C-5580AABAA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FB2A3D-27C0-8E40-D2AE-1180D2ABE0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9E1FEF-D14F-02E2-011A-335597AB60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B84E9D-10EA-2E2C-ED02-1351953EC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1863D-6607-5E57-EFCB-57C2CC8C8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0500F6-19DE-BC1A-B1DA-0AB262AC0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68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CC073-26AE-7839-EA83-2BA1319E5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2CFE45-E84A-C325-B15A-A56D69DAA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44F24A-AB35-1BC8-FC3A-B37E2A9DB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DFD3B-D2AF-9A93-818D-17D7908AB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9833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D04137-40DD-B9F3-8651-919EFA2FC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5314B8-4617-CE47-F12B-0054391EB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C080B6-D41C-AFD6-4C41-B93FA06B3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165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B779A-3238-FB8E-09D8-1D272AAE8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09604-3EF7-02F8-6E96-D4EFB89F4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ED2A3A-6C67-F30A-0F78-2CC291A05E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49BEB-3F1A-E559-C7BF-6986C1C06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F6C0D-258D-3618-829C-C4D770A75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005FF2-CEEA-5AA1-24E2-E24D4523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62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0F6F-1494-137A-37CF-B71D45C86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8D0A6D-83A4-CBB6-B2A6-74C5F1A764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E683B-FD3A-66BF-73A8-ADAAA5986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520BB-CBFB-6BA5-F06A-A77EA7AA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6B75C8-7346-0922-D860-02EC98CFF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FBD61-66DB-E22B-773A-4297B0397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403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52B3-F849-C3FB-CD4E-63CF4C263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DE0537-474F-E5B3-4A20-1BED55F75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5A598-1970-161C-4557-0043D98D1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D57D8-6947-76A6-FC26-C0510E9FD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68738-BC1C-7566-7EC8-3781A4270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8729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89A31-92E7-559C-72F2-5884AC11D6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2B2332-08E7-FDD1-CFDF-D211C2E253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40E5EC-23B6-4BD0-725D-2CE659D4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60DB2-EE82-35E6-B63A-E2DD10B9C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ED48E-F674-DDF8-ACD1-345201F8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59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03B8BE-60E1-79BA-96C7-31EADBA6B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843E8-348C-DC11-C7E4-1776F97A0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6FA0C-6A8F-8DF7-2A86-1A807BDAE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2B6351-AAF8-424F-86AC-8793D865D3E6}" type="datetimeFigureOut">
              <a:rPr lang="en-IN" smtClean="0"/>
              <a:t>11-03-2025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8F55F-BD9A-9A4C-BE28-0860A8BCBA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80CD1-8E3D-9461-5E00-D36A74FDD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37450-A3B4-4DDA-9813-FF5A8C195E2E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6938D5-C7E0-6CA0-74EC-38DF18AD9A6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72580"/>
            <a:ext cx="817563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8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595911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AD2D85C-09C8-9049-6287-F3D45417BD6B}"/>
              </a:ext>
            </a:extLst>
          </p:cNvPr>
          <p:cNvSpPr txBox="1"/>
          <p:nvPr/>
        </p:nvSpPr>
        <p:spPr>
          <a:xfrm>
            <a:off x="651255" y="483792"/>
            <a:ext cx="4584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JIG BARCODE REQUIREMENT</a:t>
            </a:r>
            <a:endParaRPr lang="en-IN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771DD4-2155-6BFF-D707-B2A789318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255" y="3785818"/>
            <a:ext cx="9678239" cy="1196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302B8F-FC05-525A-0CA6-7291CCBF2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255" y="1438818"/>
            <a:ext cx="5502117" cy="2110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8024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ad5f1e9-d6a9-44b6-b409-44344f128308}" enabled="1" method="Standard" siteId="{7cc91c38-648e-4ce2-a4e4-517ae39fc189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Thiruvenkadam</dc:creator>
  <cp:lastModifiedBy>Athif Ahamed M</cp:lastModifiedBy>
  <cp:revision>8</cp:revision>
  <dcterms:created xsi:type="dcterms:W3CDTF">2025-02-18T07:11:47Z</dcterms:created>
  <dcterms:modified xsi:type="dcterms:W3CDTF">2025-03-11T03:43:02Z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Sensitivity: Internal</vt:lpwstr>
  </property>
</Properties>
</file>